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CBD27B-77BA-4F67-BBA1-D9D08FDEAB88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CDAB1-8070-4C7B-947B-B0E5B5598D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98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CDAB1-8070-4C7B-947B-B0E5B5598D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06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919A2-A68F-4589-A6D0-A2A5F629A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B02547-A4B6-4156-89E9-458FA4FFA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FAB23A-AA89-41FC-BF83-2DC748E6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46D729-66A3-42F4-A6D9-25653223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284EB8-F6F6-4D5D-AA98-1B7569FB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49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081D2-0521-410C-B769-1B37070F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1D7FB6-DEF4-43CD-8257-B3841E8F8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0D3DC-F497-4583-84CF-BBE90305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66951F-7E3F-4DE7-83B8-5A99C190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5A77AA-D1BB-4A50-BF1D-253E61CC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23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DA647-719C-4AE6-9476-4DB2C04D3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08147A-BAF6-4BCB-8EC8-334122C4A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7615DD-6EDC-4A90-A811-AF68B49D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71175E-0B6D-45B5-9DE3-75560CFA2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D3F869-D152-44B8-AD45-4B3436E1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08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7D410-EEC2-4263-8ED9-1878BFF3D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8D18D3-F31C-46AB-90FD-5BC0209D7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59C430-B97A-4D53-9312-90D82E26B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72E3E6-29CE-4E5D-BB01-DEAF2DD2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F06119-AFB6-4DEF-B969-D5BB1120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009033-462E-4D3B-B2CC-A05E406A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997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E0FEE-83F8-4D28-905F-A1051AAC8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0F00AA-23CE-4B3F-B037-8179B5228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2EC014-8873-44A0-9F24-D073C0995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E42F15-8B73-497A-8457-AFDCE1BDA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036169A-392C-45E1-83D1-34300BAB2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247F0B-3BC6-4C22-8D73-FD44F8D5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47D2F9-7C70-4154-AC14-4A18B933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15DD684-4C53-467C-AA62-8D22E717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745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F5D1A-E20F-43DE-942B-F4FCCB62F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BF3ECE-2DBE-42CB-AA19-6C87CD67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8A3CFC-8C70-4743-B9C3-B673089F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D5477D-5A94-4857-803A-70230BC0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57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6C5D0A-F2DC-4F61-B80E-0AA863868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8225929-50D8-46B5-AAE2-4BABCA02B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12DC8C-472E-49E8-9D1E-33FF1409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82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E392C-843F-440F-A19F-2D8EE6F9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1C4264-25F0-461E-9C15-A5A05116C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4FF967-A81A-43E1-A1CA-86C613EF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68D6B3-0206-44CB-834E-56D6EFD0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96F9BE-0589-4B3F-A881-ED9C3989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FCBE70-B79B-4ED4-B1D1-CF275D04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74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7DD236-381B-43CC-BB19-88EF957B7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24A941A-A988-4680-AF7A-1630B560E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D081F5-E2A6-4943-9C47-383BD43EF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14E383-B713-480C-B09C-4BAFEB4E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2F3C95-E98F-455A-A09A-3813D2BE2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3D9D77-3486-47DE-8F88-96C22C334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059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57B69-99B0-43E8-993A-09837872F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2C732A-F5F3-4889-9485-67BDCCB2B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2202D-20C1-4D54-95F9-8B00FC67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D98B07-7C20-4E5A-94BA-8FC6F460D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5520C6-D7DB-46AA-9551-D0CBF779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845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1F42F5-1BC8-44D4-8BD7-D5E74FE78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48AB1D-787F-4B54-A115-7A2DA82D7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370356-E46C-4A0C-9C0C-AA0E0D51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15D7AC-2208-4B60-99D2-DDE965FC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5B8B75-DC69-43A2-B53A-A64815B7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7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404D3C-33EC-4797-A255-58668D3D7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699BC1-0164-419E-914C-237FC5558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E3F77-EE9F-44D8-AE3E-163761C4D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93917-D1C2-40D8-9EED-C84A09740DB3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D50D46-6B38-4AAC-8B54-94F5E0B4A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0089E7-FC25-4969-B962-5AC7F580E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E7084-B983-4D46-AEB0-3567613855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590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EA185ED-517E-4A23-BA12-9E950F8FF4D6}"/>
              </a:ext>
            </a:extLst>
          </p:cNvPr>
          <p:cNvSpPr/>
          <p:nvPr/>
        </p:nvSpPr>
        <p:spPr>
          <a:xfrm>
            <a:off x="2067880" y="3175200"/>
            <a:ext cx="831898" cy="5981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69AC0A-4A8C-41C4-9729-C195C6438C36}"/>
              </a:ext>
            </a:extLst>
          </p:cNvPr>
          <p:cNvSpPr txBox="1"/>
          <p:nvPr/>
        </p:nvSpPr>
        <p:spPr>
          <a:xfrm>
            <a:off x="2067880" y="3289604"/>
            <a:ext cx="893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配电房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8DF5B76-234A-4802-B555-B8CF2A8E59CA}"/>
              </a:ext>
            </a:extLst>
          </p:cNvPr>
          <p:cNvCxnSpPr>
            <a:cxnSpLocks/>
          </p:cNvCxnSpPr>
          <p:nvPr/>
        </p:nvCxnSpPr>
        <p:spPr>
          <a:xfrm>
            <a:off x="1806623" y="2867422"/>
            <a:ext cx="268132" cy="3077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9C342C07-C9D8-46E3-99E5-37C88CDA5895}"/>
              </a:ext>
            </a:extLst>
          </p:cNvPr>
          <p:cNvSpPr/>
          <p:nvPr/>
        </p:nvSpPr>
        <p:spPr>
          <a:xfrm>
            <a:off x="885349" y="2468661"/>
            <a:ext cx="1100030" cy="467513"/>
          </a:xfrm>
          <a:prstGeom prst="ellipse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BBDF08-7C22-435E-B97E-C434F346A7EE}"/>
              </a:ext>
            </a:extLst>
          </p:cNvPr>
          <p:cNvSpPr txBox="1"/>
          <p:nvPr/>
        </p:nvSpPr>
        <p:spPr>
          <a:xfrm>
            <a:off x="885349" y="2525698"/>
            <a:ext cx="1402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配电房编号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BAC59AB-FB50-4A31-8F85-F86D578B2B40}"/>
              </a:ext>
            </a:extLst>
          </p:cNvPr>
          <p:cNvCxnSpPr/>
          <p:nvPr/>
        </p:nvCxnSpPr>
        <p:spPr>
          <a:xfrm>
            <a:off x="2321283" y="2833475"/>
            <a:ext cx="0" cy="3417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2E0C71B0-AA94-4888-939F-CC8050F5B752}"/>
              </a:ext>
            </a:extLst>
          </p:cNvPr>
          <p:cNvSpPr/>
          <p:nvPr/>
        </p:nvSpPr>
        <p:spPr>
          <a:xfrm>
            <a:off x="2008465" y="2452897"/>
            <a:ext cx="574075" cy="39276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382B1B4-1CB7-4B51-A628-7753503F9879}"/>
              </a:ext>
            </a:extLst>
          </p:cNvPr>
          <p:cNvSpPr txBox="1"/>
          <p:nvPr/>
        </p:nvSpPr>
        <p:spPr>
          <a:xfrm>
            <a:off x="2029090" y="2473264"/>
            <a:ext cx="666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名称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C2BB7CD-76BD-49E0-AF85-EFB021250155}"/>
              </a:ext>
            </a:extLst>
          </p:cNvPr>
          <p:cNvCxnSpPr/>
          <p:nvPr/>
        </p:nvCxnSpPr>
        <p:spPr>
          <a:xfrm flipH="1">
            <a:off x="2433561" y="2804736"/>
            <a:ext cx="453762" cy="382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椭圆 19">
            <a:extLst>
              <a:ext uri="{FF2B5EF4-FFF2-40B4-BE49-F238E27FC236}">
                <a16:creationId xmlns:a16="http://schemas.microsoft.com/office/drawing/2014/main" id="{C0285C4E-E054-4178-B551-6588A023C739}"/>
              </a:ext>
            </a:extLst>
          </p:cNvPr>
          <p:cNvSpPr/>
          <p:nvPr/>
        </p:nvSpPr>
        <p:spPr>
          <a:xfrm>
            <a:off x="2567812" y="2442354"/>
            <a:ext cx="770023" cy="39122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231868-20DD-42B2-A6CC-0B91145FE003}"/>
              </a:ext>
            </a:extLst>
          </p:cNvPr>
          <p:cNvSpPr txBox="1"/>
          <p:nvPr/>
        </p:nvSpPr>
        <p:spPr>
          <a:xfrm>
            <a:off x="2529026" y="2485414"/>
            <a:ext cx="1265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位置描述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9D69FF7-B781-470B-878E-7CD95DE7F429}"/>
              </a:ext>
            </a:extLst>
          </p:cNvPr>
          <p:cNvCxnSpPr>
            <a:cxnSpLocks/>
          </p:cNvCxnSpPr>
          <p:nvPr/>
        </p:nvCxnSpPr>
        <p:spPr>
          <a:xfrm flipV="1">
            <a:off x="2653567" y="2886932"/>
            <a:ext cx="806672" cy="3006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CBEE5580-4754-4262-99D6-0E246253CB70}"/>
              </a:ext>
            </a:extLst>
          </p:cNvPr>
          <p:cNvSpPr/>
          <p:nvPr/>
        </p:nvSpPr>
        <p:spPr>
          <a:xfrm>
            <a:off x="3332594" y="2553306"/>
            <a:ext cx="890342" cy="3828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13436F6-D39F-4F6B-A9B0-636ACE9D3F89}"/>
              </a:ext>
            </a:extLst>
          </p:cNvPr>
          <p:cNvSpPr txBox="1"/>
          <p:nvPr/>
        </p:nvSpPr>
        <p:spPr>
          <a:xfrm>
            <a:off x="3349787" y="2577841"/>
            <a:ext cx="1113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电压等级</a:t>
            </a:r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FB1A9F1-3C0F-4042-AE45-4992C1EC1A08}"/>
              </a:ext>
            </a:extLst>
          </p:cNvPr>
          <p:cNvCxnSpPr>
            <a:cxnSpLocks/>
          </p:cNvCxnSpPr>
          <p:nvPr/>
        </p:nvCxnSpPr>
        <p:spPr>
          <a:xfrm flipH="1" flipV="1">
            <a:off x="1235983" y="3191803"/>
            <a:ext cx="838774" cy="18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68994115-DEBF-430B-B056-75DBB28F4F01}"/>
              </a:ext>
            </a:extLst>
          </p:cNvPr>
          <p:cNvSpPr/>
          <p:nvPr/>
        </p:nvSpPr>
        <p:spPr>
          <a:xfrm>
            <a:off x="307836" y="2974251"/>
            <a:ext cx="921272" cy="3828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EB72E2A-ED67-4A0F-96A1-E9D0371AF897}"/>
              </a:ext>
            </a:extLst>
          </p:cNvPr>
          <p:cNvSpPr txBox="1"/>
          <p:nvPr/>
        </p:nvSpPr>
        <p:spPr>
          <a:xfrm>
            <a:off x="211585" y="3025636"/>
            <a:ext cx="1100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变压器数量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5F0775E-A193-434C-B11E-B9F8E3D701E3}"/>
              </a:ext>
            </a:extLst>
          </p:cNvPr>
          <p:cNvCxnSpPr>
            <a:stCxn id="5" idx="1"/>
          </p:cNvCxnSpPr>
          <p:nvPr/>
        </p:nvCxnSpPr>
        <p:spPr>
          <a:xfrm flipH="1">
            <a:off x="1229108" y="3474270"/>
            <a:ext cx="838772" cy="378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F8C29420-CE85-48DA-80F9-D3A3595C625B}"/>
              </a:ext>
            </a:extLst>
          </p:cNvPr>
          <p:cNvSpPr/>
          <p:nvPr/>
        </p:nvSpPr>
        <p:spPr>
          <a:xfrm>
            <a:off x="455654" y="3374040"/>
            <a:ext cx="790643" cy="3828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A2D6B4C-2BF7-443F-BFD0-C47C1B0E5156}"/>
              </a:ext>
            </a:extLst>
          </p:cNvPr>
          <p:cNvSpPr txBox="1"/>
          <p:nvPr/>
        </p:nvSpPr>
        <p:spPr>
          <a:xfrm>
            <a:off x="417834" y="3407883"/>
            <a:ext cx="14094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投运时间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7BAD91C-BC0E-4F5B-9122-C9804D9EC2B2}"/>
              </a:ext>
            </a:extLst>
          </p:cNvPr>
          <p:cNvCxnSpPr>
            <a:cxnSpLocks/>
            <a:endCxn id="39" idx="6"/>
          </p:cNvCxnSpPr>
          <p:nvPr/>
        </p:nvCxnSpPr>
        <p:spPr>
          <a:xfrm flipH="1">
            <a:off x="1229106" y="3773341"/>
            <a:ext cx="838774" cy="2082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椭圆 38">
            <a:extLst>
              <a:ext uri="{FF2B5EF4-FFF2-40B4-BE49-F238E27FC236}">
                <a16:creationId xmlns:a16="http://schemas.microsoft.com/office/drawing/2014/main" id="{1B196370-6EB8-46CD-A46C-3CDFC357DC39}"/>
              </a:ext>
            </a:extLst>
          </p:cNvPr>
          <p:cNvSpPr/>
          <p:nvPr/>
        </p:nvSpPr>
        <p:spPr>
          <a:xfrm>
            <a:off x="438463" y="3790130"/>
            <a:ext cx="790643" cy="3828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E748D-E17E-49B4-93DA-ACF933FD3F57}"/>
              </a:ext>
            </a:extLst>
          </p:cNvPr>
          <p:cNvSpPr txBox="1"/>
          <p:nvPr/>
        </p:nvSpPr>
        <p:spPr>
          <a:xfrm>
            <a:off x="417834" y="3818387"/>
            <a:ext cx="1564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负责人</a:t>
            </a:r>
            <a:r>
              <a:rPr lang="en-US" altLang="zh-CN" sz="1400" dirty="0"/>
              <a:t>ID</a:t>
            </a: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CDE1E57-764F-4181-92AA-0E62A79605AF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2913528" y="3146967"/>
            <a:ext cx="702950" cy="1375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椭圆 44">
            <a:extLst>
              <a:ext uri="{FF2B5EF4-FFF2-40B4-BE49-F238E27FC236}">
                <a16:creationId xmlns:a16="http://schemas.microsoft.com/office/drawing/2014/main" id="{38DA5E8A-CCD4-4DB2-97C6-D7522ED5FBD1}"/>
              </a:ext>
            </a:extLst>
          </p:cNvPr>
          <p:cNvSpPr/>
          <p:nvPr/>
        </p:nvSpPr>
        <p:spPr>
          <a:xfrm>
            <a:off x="3600722" y="2961454"/>
            <a:ext cx="890342" cy="3522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D6DE724-DD85-4129-94D3-E47581CBD0C4}"/>
              </a:ext>
            </a:extLst>
          </p:cNvPr>
          <p:cNvSpPr txBox="1"/>
          <p:nvPr/>
        </p:nvSpPr>
        <p:spPr>
          <a:xfrm>
            <a:off x="3616478" y="2993078"/>
            <a:ext cx="1278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联系电话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35C3DBC-6A5C-45D2-B4C0-9C92DDD043D3}"/>
              </a:ext>
            </a:extLst>
          </p:cNvPr>
          <p:cNvSpPr/>
          <p:nvPr/>
        </p:nvSpPr>
        <p:spPr>
          <a:xfrm>
            <a:off x="8119597" y="3250891"/>
            <a:ext cx="1361287" cy="5981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6C94296-BFEE-406F-8BF5-21B1A100E6AC}"/>
              </a:ext>
            </a:extLst>
          </p:cNvPr>
          <p:cNvSpPr txBox="1"/>
          <p:nvPr/>
        </p:nvSpPr>
        <p:spPr>
          <a:xfrm>
            <a:off x="8009594" y="3336185"/>
            <a:ext cx="1564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回路监测数据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C421F7AF-86EC-46CF-9DB4-14AAF22D0915}"/>
              </a:ext>
            </a:extLst>
          </p:cNvPr>
          <p:cNvCxnSpPr>
            <a:cxnSpLocks/>
          </p:cNvCxnSpPr>
          <p:nvPr/>
        </p:nvCxnSpPr>
        <p:spPr>
          <a:xfrm>
            <a:off x="7624583" y="2937543"/>
            <a:ext cx="495014" cy="3133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493B026D-4E82-41BB-83AE-7182B1CF614B}"/>
              </a:ext>
            </a:extLst>
          </p:cNvPr>
          <p:cNvSpPr/>
          <p:nvPr/>
        </p:nvSpPr>
        <p:spPr>
          <a:xfrm>
            <a:off x="6511591" y="2537886"/>
            <a:ext cx="1304341" cy="4487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BD41DF3-2248-48DE-9600-AD990A43645D}"/>
              </a:ext>
            </a:extLst>
          </p:cNvPr>
          <p:cNvSpPr txBox="1"/>
          <p:nvPr/>
        </p:nvSpPr>
        <p:spPr>
          <a:xfrm>
            <a:off x="6381002" y="2622246"/>
            <a:ext cx="1814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回路监测数据编号</a:t>
            </a: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B1287FB0-474B-4A96-91F9-94579B916AC5}"/>
              </a:ext>
            </a:extLst>
          </p:cNvPr>
          <p:cNvCxnSpPr/>
          <p:nvPr/>
        </p:nvCxnSpPr>
        <p:spPr>
          <a:xfrm>
            <a:off x="8195224" y="2900619"/>
            <a:ext cx="185630" cy="3502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椭圆 56">
            <a:extLst>
              <a:ext uri="{FF2B5EF4-FFF2-40B4-BE49-F238E27FC236}">
                <a16:creationId xmlns:a16="http://schemas.microsoft.com/office/drawing/2014/main" id="{6156A592-1FD3-4227-ACD0-FE1A6BD4297C}"/>
              </a:ext>
            </a:extLst>
          </p:cNvPr>
          <p:cNvSpPr/>
          <p:nvPr/>
        </p:nvSpPr>
        <p:spPr>
          <a:xfrm>
            <a:off x="7824804" y="2529807"/>
            <a:ext cx="936072" cy="3865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C6C00AA-4845-474C-B35E-804A2A9CB1AC}"/>
              </a:ext>
            </a:extLst>
          </p:cNvPr>
          <p:cNvSpPr txBox="1"/>
          <p:nvPr/>
        </p:nvSpPr>
        <p:spPr>
          <a:xfrm>
            <a:off x="7793247" y="2568696"/>
            <a:ext cx="1113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配电房编号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8DD2561A-2A4A-4385-92BB-3CFBB8CBFC8C}"/>
              </a:ext>
            </a:extLst>
          </p:cNvPr>
          <p:cNvCxnSpPr>
            <a:cxnSpLocks/>
          </p:cNvCxnSpPr>
          <p:nvPr/>
        </p:nvCxnSpPr>
        <p:spPr>
          <a:xfrm flipV="1">
            <a:off x="8670595" y="2872839"/>
            <a:ext cx="309383" cy="3865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椭圆 60">
            <a:extLst>
              <a:ext uri="{FF2B5EF4-FFF2-40B4-BE49-F238E27FC236}">
                <a16:creationId xmlns:a16="http://schemas.microsoft.com/office/drawing/2014/main" id="{94614271-7E13-40B6-9FBE-A5760DD27F39}"/>
              </a:ext>
            </a:extLst>
          </p:cNvPr>
          <p:cNvSpPr/>
          <p:nvPr/>
        </p:nvSpPr>
        <p:spPr>
          <a:xfrm>
            <a:off x="8775098" y="2577840"/>
            <a:ext cx="856515" cy="28874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D59590B2-41C8-4512-A880-4291ED9909AC}"/>
              </a:ext>
            </a:extLst>
          </p:cNvPr>
          <p:cNvSpPr txBox="1"/>
          <p:nvPr/>
        </p:nvSpPr>
        <p:spPr>
          <a:xfrm>
            <a:off x="8730778" y="2577841"/>
            <a:ext cx="9008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回路编号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4CB76335-3471-44A2-A51B-2310C9B93586}"/>
              </a:ext>
            </a:extLst>
          </p:cNvPr>
          <p:cNvCxnSpPr>
            <a:cxnSpLocks/>
          </p:cNvCxnSpPr>
          <p:nvPr/>
        </p:nvCxnSpPr>
        <p:spPr>
          <a:xfrm flipV="1">
            <a:off x="9219889" y="2944083"/>
            <a:ext cx="840612" cy="324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椭圆 64">
            <a:extLst>
              <a:ext uri="{FF2B5EF4-FFF2-40B4-BE49-F238E27FC236}">
                <a16:creationId xmlns:a16="http://schemas.microsoft.com/office/drawing/2014/main" id="{7B3C8A4F-1542-48F2-937F-BFBC78611629}"/>
              </a:ext>
            </a:extLst>
          </p:cNvPr>
          <p:cNvSpPr/>
          <p:nvPr/>
        </p:nvSpPr>
        <p:spPr>
          <a:xfrm>
            <a:off x="10023221" y="2769416"/>
            <a:ext cx="808161" cy="24279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8C4E46E-3196-4E7B-9A1F-97A3414DA656}"/>
              </a:ext>
            </a:extLst>
          </p:cNvPr>
          <p:cNvSpPr txBox="1"/>
          <p:nvPr/>
        </p:nvSpPr>
        <p:spPr>
          <a:xfrm>
            <a:off x="10035150" y="2759688"/>
            <a:ext cx="1046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采集时间</a:t>
            </a:r>
          </a:p>
        </p:txBody>
      </p: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FB437B5A-B1F6-408C-B065-1E802CE996F4}"/>
              </a:ext>
            </a:extLst>
          </p:cNvPr>
          <p:cNvCxnSpPr/>
          <p:nvPr/>
        </p:nvCxnSpPr>
        <p:spPr>
          <a:xfrm flipV="1">
            <a:off x="9460344" y="3382674"/>
            <a:ext cx="694394" cy="338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36232828-86EE-4110-A6F9-59D9C216BBAB}"/>
              </a:ext>
            </a:extLst>
          </p:cNvPr>
          <p:cNvSpPr/>
          <p:nvPr/>
        </p:nvSpPr>
        <p:spPr>
          <a:xfrm>
            <a:off x="10160593" y="3305288"/>
            <a:ext cx="806680" cy="2805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EC3640C-1BE2-4AE7-8C75-C97B331C725D}"/>
              </a:ext>
            </a:extLst>
          </p:cNvPr>
          <p:cNvSpPr txBox="1"/>
          <p:nvPr/>
        </p:nvSpPr>
        <p:spPr>
          <a:xfrm>
            <a:off x="10305495" y="3303023"/>
            <a:ext cx="646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电压</a:t>
            </a:r>
          </a:p>
        </p:txBody>
      </p: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1A3ED9E1-1FD5-44E6-A267-3196ECC772D7}"/>
              </a:ext>
            </a:extLst>
          </p:cNvPr>
          <p:cNvCxnSpPr/>
          <p:nvPr/>
        </p:nvCxnSpPr>
        <p:spPr>
          <a:xfrm>
            <a:off x="9462560" y="3520468"/>
            <a:ext cx="763146" cy="1951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:a16="http://schemas.microsoft.com/office/drawing/2014/main" id="{82F6E03E-BDA6-4763-ADBF-D28AD4DE2152}"/>
              </a:ext>
            </a:extLst>
          </p:cNvPr>
          <p:cNvSpPr/>
          <p:nvPr/>
        </p:nvSpPr>
        <p:spPr>
          <a:xfrm>
            <a:off x="10207381" y="3575977"/>
            <a:ext cx="806680" cy="27285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97D0688-6F6D-471A-991F-0FE5AC5139BA}"/>
              </a:ext>
            </a:extLst>
          </p:cNvPr>
          <p:cNvSpPr txBox="1"/>
          <p:nvPr/>
        </p:nvSpPr>
        <p:spPr>
          <a:xfrm>
            <a:off x="10327707" y="3581491"/>
            <a:ext cx="838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电流</a:t>
            </a: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4701BD02-F53A-4231-A949-552ED23E84DE}"/>
              </a:ext>
            </a:extLst>
          </p:cNvPr>
          <p:cNvSpPr/>
          <p:nvPr/>
        </p:nvSpPr>
        <p:spPr>
          <a:xfrm>
            <a:off x="10028871" y="4167231"/>
            <a:ext cx="947027" cy="2722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7326BA9-6498-47A4-A2F3-AAD700F69FCC}"/>
              </a:ext>
            </a:extLst>
          </p:cNvPr>
          <p:cNvSpPr txBox="1"/>
          <p:nvPr/>
        </p:nvSpPr>
        <p:spPr>
          <a:xfrm>
            <a:off x="10074146" y="4124989"/>
            <a:ext cx="947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有功功率</a:t>
            </a: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16DC5F37-C42D-43DD-B6F7-36E713C748CF}"/>
              </a:ext>
            </a:extLst>
          </p:cNvPr>
          <p:cNvCxnSpPr/>
          <p:nvPr/>
        </p:nvCxnSpPr>
        <p:spPr>
          <a:xfrm>
            <a:off x="9480884" y="3845952"/>
            <a:ext cx="213131" cy="3521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椭圆 80">
            <a:extLst>
              <a:ext uri="{FF2B5EF4-FFF2-40B4-BE49-F238E27FC236}">
                <a16:creationId xmlns:a16="http://schemas.microsoft.com/office/drawing/2014/main" id="{E594589B-ADB2-4E49-ADA9-4ADE115BCFD2}"/>
              </a:ext>
            </a:extLst>
          </p:cNvPr>
          <p:cNvSpPr/>
          <p:nvPr/>
        </p:nvSpPr>
        <p:spPr>
          <a:xfrm>
            <a:off x="9220155" y="4208457"/>
            <a:ext cx="841652" cy="3575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FA4AAFA-A0DD-4352-A4A9-6BDCC6D70C53}"/>
              </a:ext>
            </a:extLst>
          </p:cNvPr>
          <p:cNvSpPr txBox="1"/>
          <p:nvPr/>
        </p:nvSpPr>
        <p:spPr>
          <a:xfrm>
            <a:off x="9220155" y="4215208"/>
            <a:ext cx="1061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无功功率</a:t>
            </a:r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54154362-B0D0-49AF-9367-4959C5F2DB72}"/>
              </a:ext>
            </a:extLst>
          </p:cNvPr>
          <p:cNvCxnSpPr/>
          <p:nvPr/>
        </p:nvCxnSpPr>
        <p:spPr>
          <a:xfrm flipH="1">
            <a:off x="8777888" y="3843129"/>
            <a:ext cx="152393" cy="3455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椭圆 84">
            <a:extLst>
              <a:ext uri="{FF2B5EF4-FFF2-40B4-BE49-F238E27FC236}">
                <a16:creationId xmlns:a16="http://schemas.microsoft.com/office/drawing/2014/main" id="{A43594CE-3A6F-4AE4-8F5F-1F27BE4A8ACF}"/>
              </a:ext>
            </a:extLst>
          </p:cNvPr>
          <p:cNvSpPr/>
          <p:nvPr/>
        </p:nvSpPr>
        <p:spPr>
          <a:xfrm>
            <a:off x="8249506" y="4202557"/>
            <a:ext cx="794805" cy="3693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AFD95DF-1A2D-48BF-A2BB-709818C16921}"/>
              </a:ext>
            </a:extLst>
          </p:cNvPr>
          <p:cNvSpPr txBox="1"/>
          <p:nvPr/>
        </p:nvSpPr>
        <p:spPr>
          <a:xfrm>
            <a:off x="8235163" y="4233334"/>
            <a:ext cx="947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功率因数</a:t>
            </a:r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75E9BCB0-C720-462E-90B7-9B4A2372E496}"/>
              </a:ext>
            </a:extLst>
          </p:cNvPr>
          <p:cNvCxnSpPr/>
          <p:nvPr/>
        </p:nvCxnSpPr>
        <p:spPr>
          <a:xfrm flipH="1">
            <a:off x="7884410" y="3843971"/>
            <a:ext cx="473231" cy="363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椭圆 88">
            <a:extLst>
              <a:ext uri="{FF2B5EF4-FFF2-40B4-BE49-F238E27FC236}">
                <a16:creationId xmlns:a16="http://schemas.microsoft.com/office/drawing/2014/main" id="{0471A107-1020-41AB-822E-8FA958C61E79}"/>
              </a:ext>
            </a:extLst>
          </p:cNvPr>
          <p:cNvSpPr/>
          <p:nvPr/>
        </p:nvSpPr>
        <p:spPr>
          <a:xfrm>
            <a:off x="7219671" y="4215208"/>
            <a:ext cx="1043161" cy="3693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D424934-22BA-4B71-AA5F-569DD9503102}"/>
              </a:ext>
            </a:extLst>
          </p:cNvPr>
          <p:cNvSpPr txBox="1"/>
          <p:nvPr/>
        </p:nvSpPr>
        <p:spPr>
          <a:xfrm>
            <a:off x="7140010" y="4229540"/>
            <a:ext cx="1380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正向有功电量</a:t>
            </a: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419E0D8A-E6D9-41CF-8DC6-56BA4D3A7966}"/>
              </a:ext>
            </a:extLst>
          </p:cNvPr>
          <p:cNvCxnSpPr>
            <a:cxnSpLocks/>
            <a:endCxn id="93" idx="7"/>
          </p:cNvCxnSpPr>
          <p:nvPr/>
        </p:nvCxnSpPr>
        <p:spPr>
          <a:xfrm flipH="1">
            <a:off x="7037813" y="3815283"/>
            <a:ext cx="1081786" cy="4449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椭圆 92">
            <a:extLst>
              <a:ext uri="{FF2B5EF4-FFF2-40B4-BE49-F238E27FC236}">
                <a16:creationId xmlns:a16="http://schemas.microsoft.com/office/drawing/2014/main" id="{E6B00FC5-DD21-4B71-A987-3AEDC73BC71A}"/>
              </a:ext>
            </a:extLst>
          </p:cNvPr>
          <p:cNvSpPr/>
          <p:nvPr/>
        </p:nvSpPr>
        <p:spPr>
          <a:xfrm>
            <a:off x="6147419" y="4210090"/>
            <a:ext cx="1043161" cy="3426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7405059-190C-4848-8755-BC84F11D6EB3}"/>
              </a:ext>
            </a:extLst>
          </p:cNvPr>
          <p:cNvSpPr txBox="1"/>
          <p:nvPr/>
        </p:nvSpPr>
        <p:spPr>
          <a:xfrm>
            <a:off x="6056174" y="4215207"/>
            <a:ext cx="2268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反向有功电量</a:t>
            </a:r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33F2B57C-44F8-4840-92FF-CCA74A09A0F1}"/>
              </a:ext>
            </a:extLst>
          </p:cNvPr>
          <p:cNvCxnSpPr/>
          <p:nvPr/>
        </p:nvCxnSpPr>
        <p:spPr>
          <a:xfrm flipH="1" flipV="1">
            <a:off x="7528331" y="3217048"/>
            <a:ext cx="591266" cy="100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9" name="椭圆 98">
            <a:extLst>
              <a:ext uri="{FF2B5EF4-FFF2-40B4-BE49-F238E27FC236}">
                <a16:creationId xmlns:a16="http://schemas.microsoft.com/office/drawing/2014/main" id="{51F4A325-64EE-43DB-A858-DF4E35B0B25D}"/>
              </a:ext>
            </a:extLst>
          </p:cNvPr>
          <p:cNvSpPr/>
          <p:nvPr/>
        </p:nvSpPr>
        <p:spPr>
          <a:xfrm>
            <a:off x="6665505" y="3041550"/>
            <a:ext cx="869691" cy="19926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BE29079B-CA0C-404E-92C1-4227A90883FF}"/>
              </a:ext>
            </a:extLst>
          </p:cNvPr>
          <p:cNvSpPr txBox="1"/>
          <p:nvPr/>
        </p:nvSpPr>
        <p:spPr>
          <a:xfrm>
            <a:off x="6714397" y="2965035"/>
            <a:ext cx="9201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开关状态</a:t>
            </a:r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8C279058-F7A7-487A-8D7D-C68ED974B68C}"/>
              </a:ext>
            </a:extLst>
          </p:cNvPr>
          <p:cNvCxnSpPr/>
          <p:nvPr/>
        </p:nvCxnSpPr>
        <p:spPr>
          <a:xfrm>
            <a:off x="9480884" y="3843129"/>
            <a:ext cx="689848" cy="3455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FD8DD27-99F2-4336-B2A2-0B49EFC39DB3}"/>
              </a:ext>
            </a:extLst>
          </p:cNvPr>
          <p:cNvCxnSpPr/>
          <p:nvPr/>
        </p:nvCxnSpPr>
        <p:spPr>
          <a:xfrm>
            <a:off x="9480884" y="3756908"/>
            <a:ext cx="689848" cy="175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椭圆 104">
            <a:extLst>
              <a:ext uri="{FF2B5EF4-FFF2-40B4-BE49-F238E27FC236}">
                <a16:creationId xmlns:a16="http://schemas.microsoft.com/office/drawing/2014/main" id="{6C600546-4913-4B4F-9C1A-C8CE338DA6C9}"/>
              </a:ext>
            </a:extLst>
          </p:cNvPr>
          <p:cNvSpPr/>
          <p:nvPr/>
        </p:nvSpPr>
        <p:spPr>
          <a:xfrm>
            <a:off x="10124482" y="3844479"/>
            <a:ext cx="1061659" cy="30777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5084EBF4-7528-48EC-947A-E11971A56C64}"/>
              </a:ext>
            </a:extLst>
          </p:cNvPr>
          <p:cNvSpPr txBox="1"/>
          <p:nvPr/>
        </p:nvSpPr>
        <p:spPr>
          <a:xfrm>
            <a:off x="10153332" y="3862001"/>
            <a:ext cx="1136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电缆头温度</a:t>
            </a:r>
          </a:p>
        </p:txBody>
      </p: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66E0FC24-FC36-4DD8-982F-2298CCEBB11E}"/>
              </a:ext>
            </a:extLst>
          </p:cNvPr>
          <p:cNvCxnSpPr/>
          <p:nvPr/>
        </p:nvCxnSpPr>
        <p:spPr>
          <a:xfrm flipV="1">
            <a:off x="9480884" y="3200126"/>
            <a:ext cx="593262" cy="89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椭圆 108">
            <a:extLst>
              <a:ext uri="{FF2B5EF4-FFF2-40B4-BE49-F238E27FC236}">
                <a16:creationId xmlns:a16="http://schemas.microsoft.com/office/drawing/2014/main" id="{71F90EB6-A1A8-4415-9E37-32A3632B4120}"/>
              </a:ext>
            </a:extLst>
          </p:cNvPr>
          <p:cNvSpPr/>
          <p:nvPr/>
        </p:nvSpPr>
        <p:spPr>
          <a:xfrm>
            <a:off x="10060501" y="3039966"/>
            <a:ext cx="813934" cy="2761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E1A6089-AF67-493F-936A-CAD40C322D97}"/>
              </a:ext>
            </a:extLst>
          </p:cNvPr>
          <p:cNvSpPr txBox="1"/>
          <p:nvPr/>
        </p:nvSpPr>
        <p:spPr>
          <a:xfrm>
            <a:off x="9964584" y="3021565"/>
            <a:ext cx="1324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电容器温度</a:t>
            </a:r>
          </a:p>
        </p:txBody>
      </p: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F9A689AA-FB46-493F-81FA-99AE3C79ADBA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2879153" y="3618036"/>
            <a:ext cx="1798056" cy="19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菱形 116">
            <a:extLst>
              <a:ext uri="{FF2B5EF4-FFF2-40B4-BE49-F238E27FC236}">
                <a16:creationId xmlns:a16="http://schemas.microsoft.com/office/drawing/2014/main" id="{E0B48E12-03B0-4FDC-BCF7-D00C20F3472F}"/>
              </a:ext>
            </a:extLst>
          </p:cNvPr>
          <p:cNvSpPr/>
          <p:nvPr/>
        </p:nvSpPr>
        <p:spPr>
          <a:xfrm>
            <a:off x="4677209" y="3264797"/>
            <a:ext cx="1119220" cy="710306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EE35CBB0-5A28-46BA-AD6D-EB6E54020039}"/>
              </a:ext>
            </a:extLst>
          </p:cNvPr>
          <p:cNvCxnSpPr>
            <a:cxnSpLocks/>
            <a:stCxn id="117" idx="3"/>
          </p:cNvCxnSpPr>
          <p:nvPr/>
        </p:nvCxnSpPr>
        <p:spPr>
          <a:xfrm flipV="1">
            <a:off x="5796429" y="3610800"/>
            <a:ext cx="2300122" cy="91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82A1284B-2766-49BD-BA2E-34D5E47B0832}"/>
              </a:ext>
            </a:extLst>
          </p:cNvPr>
          <p:cNvSpPr txBox="1"/>
          <p:nvPr/>
        </p:nvSpPr>
        <p:spPr>
          <a:xfrm>
            <a:off x="4910209" y="3416597"/>
            <a:ext cx="92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监测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DD6F5A2C-CBF4-4670-8350-6F366DD5C394}"/>
              </a:ext>
            </a:extLst>
          </p:cNvPr>
          <p:cNvSpPr/>
          <p:nvPr/>
        </p:nvSpPr>
        <p:spPr>
          <a:xfrm>
            <a:off x="1717753" y="5145486"/>
            <a:ext cx="1548598" cy="527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F5BF7B7B-7674-4923-939E-5AD0F2612492}"/>
              </a:ext>
            </a:extLst>
          </p:cNvPr>
          <p:cNvSpPr txBox="1"/>
          <p:nvPr/>
        </p:nvSpPr>
        <p:spPr>
          <a:xfrm>
            <a:off x="1629998" y="5224557"/>
            <a:ext cx="1798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变压器监测数据</a:t>
            </a:r>
          </a:p>
        </p:txBody>
      </p: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02C7A448-A288-4E71-968A-F11A8FEDFD38}"/>
              </a:ext>
            </a:extLst>
          </p:cNvPr>
          <p:cNvCxnSpPr>
            <a:cxnSpLocks/>
          </p:cNvCxnSpPr>
          <p:nvPr/>
        </p:nvCxnSpPr>
        <p:spPr>
          <a:xfrm flipH="1" flipV="1">
            <a:off x="974521" y="5293592"/>
            <a:ext cx="743232" cy="492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椭圆 126">
            <a:extLst>
              <a:ext uri="{FF2B5EF4-FFF2-40B4-BE49-F238E27FC236}">
                <a16:creationId xmlns:a16="http://schemas.microsoft.com/office/drawing/2014/main" id="{44D59F88-E4FC-4266-A9B9-EC9D660EA7C2}"/>
              </a:ext>
            </a:extLst>
          </p:cNvPr>
          <p:cNvSpPr/>
          <p:nvPr/>
        </p:nvSpPr>
        <p:spPr>
          <a:xfrm>
            <a:off x="-787150" y="5007476"/>
            <a:ext cx="1770942" cy="4506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6EF5F2C9-4E69-47CE-B21D-71F560E3013E}"/>
              </a:ext>
            </a:extLst>
          </p:cNvPr>
          <p:cNvSpPr txBox="1"/>
          <p:nvPr/>
        </p:nvSpPr>
        <p:spPr>
          <a:xfrm>
            <a:off x="-760007" y="5099488"/>
            <a:ext cx="1866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变压器监测数据编号</a:t>
            </a: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A7C59451-025A-455E-BA9C-50C305AE7D67}"/>
              </a:ext>
            </a:extLst>
          </p:cNvPr>
          <p:cNvCxnSpPr/>
          <p:nvPr/>
        </p:nvCxnSpPr>
        <p:spPr>
          <a:xfrm flipH="1">
            <a:off x="974521" y="5593889"/>
            <a:ext cx="776968" cy="79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椭圆 132">
            <a:extLst>
              <a:ext uri="{FF2B5EF4-FFF2-40B4-BE49-F238E27FC236}">
                <a16:creationId xmlns:a16="http://schemas.microsoft.com/office/drawing/2014/main" id="{7D70C76D-E7AA-4444-8503-84460BCDF77A}"/>
              </a:ext>
            </a:extLst>
          </p:cNvPr>
          <p:cNvSpPr/>
          <p:nvPr/>
        </p:nvSpPr>
        <p:spPr>
          <a:xfrm>
            <a:off x="-228637" y="5475996"/>
            <a:ext cx="1203158" cy="4506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289E3C6E-A8D1-4DE9-A3D9-6506DE0E9B27}"/>
              </a:ext>
            </a:extLst>
          </p:cNvPr>
          <p:cNvSpPr txBox="1"/>
          <p:nvPr/>
        </p:nvSpPr>
        <p:spPr>
          <a:xfrm>
            <a:off x="-163572" y="5527185"/>
            <a:ext cx="1231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配电房编号</a:t>
            </a: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93C5D898-BDB6-4A8F-8476-390E402F7EF0}"/>
              </a:ext>
            </a:extLst>
          </p:cNvPr>
          <p:cNvCxnSpPr>
            <a:cxnSpLocks/>
          </p:cNvCxnSpPr>
          <p:nvPr/>
        </p:nvCxnSpPr>
        <p:spPr>
          <a:xfrm flipH="1">
            <a:off x="974521" y="5631921"/>
            <a:ext cx="743232" cy="4680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椭圆 136">
            <a:extLst>
              <a:ext uri="{FF2B5EF4-FFF2-40B4-BE49-F238E27FC236}">
                <a16:creationId xmlns:a16="http://schemas.microsoft.com/office/drawing/2014/main" id="{29FF96C9-9391-41E8-855C-8878D250630C}"/>
              </a:ext>
            </a:extLst>
          </p:cNvPr>
          <p:cNvSpPr/>
          <p:nvPr/>
        </p:nvSpPr>
        <p:spPr>
          <a:xfrm>
            <a:off x="-210555" y="5934891"/>
            <a:ext cx="1202983" cy="45067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DF0A055F-8047-4436-9512-0C64A136C335}"/>
              </a:ext>
            </a:extLst>
          </p:cNvPr>
          <p:cNvSpPr txBox="1"/>
          <p:nvPr/>
        </p:nvSpPr>
        <p:spPr>
          <a:xfrm>
            <a:off x="-131770" y="6006339"/>
            <a:ext cx="1246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变压器编号</a:t>
            </a:r>
          </a:p>
        </p:txBody>
      </p: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EE1AD687-D89E-46B8-A0F4-2683BEC5AD03}"/>
              </a:ext>
            </a:extLst>
          </p:cNvPr>
          <p:cNvCxnSpPr/>
          <p:nvPr/>
        </p:nvCxnSpPr>
        <p:spPr>
          <a:xfrm flipH="1">
            <a:off x="1579610" y="5672961"/>
            <a:ext cx="285319" cy="4269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2" name="椭圆 141">
            <a:extLst>
              <a:ext uri="{FF2B5EF4-FFF2-40B4-BE49-F238E27FC236}">
                <a16:creationId xmlns:a16="http://schemas.microsoft.com/office/drawing/2014/main" id="{C2B57B22-B433-4067-8DFE-9BD4F91B1608}"/>
              </a:ext>
            </a:extLst>
          </p:cNvPr>
          <p:cNvSpPr/>
          <p:nvPr/>
        </p:nvSpPr>
        <p:spPr>
          <a:xfrm>
            <a:off x="903691" y="6108181"/>
            <a:ext cx="1202982" cy="4787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E6C97D43-F6D8-4ACE-A936-65B26DCE4A10}"/>
              </a:ext>
            </a:extLst>
          </p:cNvPr>
          <p:cNvSpPr txBox="1"/>
          <p:nvPr/>
        </p:nvSpPr>
        <p:spPr>
          <a:xfrm>
            <a:off x="1040478" y="6227403"/>
            <a:ext cx="1246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采集时间</a:t>
            </a:r>
          </a:p>
        </p:txBody>
      </p: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F99FF43F-A9D7-4DA0-B93E-333BEEDE11A5}"/>
              </a:ext>
            </a:extLst>
          </p:cNvPr>
          <p:cNvCxnSpPr>
            <a:stCxn id="123" idx="2"/>
          </p:cNvCxnSpPr>
          <p:nvPr/>
        </p:nvCxnSpPr>
        <p:spPr>
          <a:xfrm>
            <a:off x="2492052" y="5672961"/>
            <a:ext cx="0" cy="4352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6" name="椭圆 145">
            <a:extLst>
              <a:ext uri="{FF2B5EF4-FFF2-40B4-BE49-F238E27FC236}">
                <a16:creationId xmlns:a16="http://schemas.microsoft.com/office/drawing/2014/main" id="{4F70267F-BF87-44E9-86BF-31543A665F39}"/>
              </a:ext>
            </a:extLst>
          </p:cNvPr>
          <p:cNvSpPr/>
          <p:nvPr/>
        </p:nvSpPr>
        <p:spPr>
          <a:xfrm>
            <a:off x="2071045" y="6116402"/>
            <a:ext cx="904400" cy="4787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9D3B7E0E-795A-44E3-93B9-3EA8DB962D22}"/>
              </a:ext>
            </a:extLst>
          </p:cNvPr>
          <p:cNvSpPr txBox="1"/>
          <p:nvPr/>
        </p:nvSpPr>
        <p:spPr>
          <a:xfrm>
            <a:off x="2135502" y="6188476"/>
            <a:ext cx="1096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负载率</a:t>
            </a:r>
          </a:p>
        </p:txBody>
      </p: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D87DDF09-48B6-4E95-8E7F-9357EDA73423}"/>
              </a:ext>
            </a:extLst>
          </p:cNvPr>
          <p:cNvCxnSpPr/>
          <p:nvPr/>
        </p:nvCxnSpPr>
        <p:spPr>
          <a:xfrm>
            <a:off x="3071701" y="5672961"/>
            <a:ext cx="312778" cy="4269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椭圆 149">
            <a:extLst>
              <a:ext uri="{FF2B5EF4-FFF2-40B4-BE49-F238E27FC236}">
                <a16:creationId xmlns:a16="http://schemas.microsoft.com/office/drawing/2014/main" id="{0C063D29-CF61-4097-8596-38F682CE56D4}"/>
              </a:ext>
            </a:extLst>
          </p:cNvPr>
          <p:cNvSpPr/>
          <p:nvPr/>
        </p:nvSpPr>
        <p:spPr>
          <a:xfrm>
            <a:off x="2971603" y="6067636"/>
            <a:ext cx="960360" cy="5274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74789E2B-843F-4F38-887D-68E52336E15B}"/>
              </a:ext>
            </a:extLst>
          </p:cNvPr>
          <p:cNvSpPr txBox="1"/>
          <p:nvPr/>
        </p:nvSpPr>
        <p:spPr>
          <a:xfrm>
            <a:off x="3063191" y="6188476"/>
            <a:ext cx="1060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绕组温度</a:t>
            </a:r>
          </a:p>
        </p:txBody>
      </p: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E6B3AF8F-B26A-468B-A053-4C5C077E23D2}"/>
              </a:ext>
            </a:extLst>
          </p:cNvPr>
          <p:cNvCxnSpPr/>
          <p:nvPr/>
        </p:nvCxnSpPr>
        <p:spPr>
          <a:xfrm>
            <a:off x="3231830" y="5672961"/>
            <a:ext cx="915346" cy="2537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椭圆 153">
            <a:extLst>
              <a:ext uri="{FF2B5EF4-FFF2-40B4-BE49-F238E27FC236}">
                <a16:creationId xmlns:a16="http://schemas.microsoft.com/office/drawing/2014/main" id="{312DA793-35CF-4704-8686-B6FD4D970DDD}"/>
              </a:ext>
            </a:extLst>
          </p:cNvPr>
          <p:cNvSpPr/>
          <p:nvPr/>
        </p:nvSpPr>
        <p:spPr>
          <a:xfrm>
            <a:off x="3903083" y="5878138"/>
            <a:ext cx="1060731" cy="4812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F1E32BE3-690A-47F8-A029-4565CC5B0156}"/>
              </a:ext>
            </a:extLst>
          </p:cNvPr>
          <p:cNvSpPr txBox="1"/>
          <p:nvPr/>
        </p:nvSpPr>
        <p:spPr>
          <a:xfrm>
            <a:off x="4041839" y="5998887"/>
            <a:ext cx="1119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铁芯温度</a:t>
            </a:r>
          </a:p>
        </p:txBody>
      </p: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D81BACFE-9A1E-4B26-ADAA-5004F5ECA9BA}"/>
              </a:ext>
            </a:extLst>
          </p:cNvPr>
          <p:cNvCxnSpPr/>
          <p:nvPr/>
        </p:nvCxnSpPr>
        <p:spPr>
          <a:xfrm>
            <a:off x="3274027" y="5527185"/>
            <a:ext cx="9060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椭圆 157">
            <a:extLst>
              <a:ext uri="{FF2B5EF4-FFF2-40B4-BE49-F238E27FC236}">
                <a16:creationId xmlns:a16="http://schemas.microsoft.com/office/drawing/2014/main" id="{C61FF851-89E7-4E7E-9AB6-8D9FEB662B54}"/>
              </a:ext>
            </a:extLst>
          </p:cNvPr>
          <p:cNvSpPr/>
          <p:nvPr/>
        </p:nvSpPr>
        <p:spPr>
          <a:xfrm>
            <a:off x="4188648" y="5339067"/>
            <a:ext cx="1060731" cy="4812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03F59251-D819-4C75-A701-FB7B67428E3E}"/>
              </a:ext>
            </a:extLst>
          </p:cNvPr>
          <p:cNvSpPr txBox="1"/>
          <p:nvPr/>
        </p:nvSpPr>
        <p:spPr>
          <a:xfrm>
            <a:off x="4274839" y="5407265"/>
            <a:ext cx="11192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环境温度</a:t>
            </a:r>
          </a:p>
        </p:txBody>
      </p: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07A93219-3F3E-4D3D-AB57-6BDE94EEFFED}"/>
              </a:ext>
            </a:extLst>
          </p:cNvPr>
          <p:cNvCxnSpPr/>
          <p:nvPr/>
        </p:nvCxnSpPr>
        <p:spPr>
          <a:xfrm flipV="1">
            <a:off x="3274027" y="5099488"/>
            <a:ext cx="1000812" cy="1250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椭圆 161">
            <a:extLst>
              <a:ext uri="{FF2B5EF4-FFF2-40B4-BE49-F238E27FC236}">
                <a16:creationId xmlns:a16="http://schemas.microsoft.com/office/drawing/2014/main" id="{1F0F6277-43EC-47C0-882B-BD170E407998}"/>
              </a:ext>
            </a:extLst>
          </p:cNvPr>
          <p:cNvSpPr/>
          <p:nvPr/>
        </p:nvSpPr>
        <p:spPr>
          <a:xfrm>
            <a:off x="4237084" y="4848411"/>
            <a:ext cx="1000812" cy="4812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634195D7-6547-4325-A9F0-E876EFAECB6C}"/>
              </a:ext>
            </a:extLst>
          </p:cNvPr>
          <p:cNvSpPr txBox="1"/>
          <p:nvPr/>
        </p:nvSpPr>
        <p:spPr>
          <a:xfrm>
            <a:off x="4369232" y="4930205"/>
            <a:ext cx="941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环境湿度</a:t>
            </a:r>
          </a:p>
        </p:txBody>
      </p: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0598EA35-7754-4E03-8150-DA1DB7F78CA0}"/>
              </a:ext>
            </a:extLst>
          </p:cNvPr>
          <p:cNvCxnSpPr>
            <a:cxnSpLocks/>
          </p:cNvCxnSpPr>
          <p:nvPr/>
        </p:nvCxnSpPr>
        <p:spPr>
          <a:xfrm flipV="1">
            <a:off x="3266351" y="4860959"/>
            <a:ext cx="717516" cy="2845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椭圆 165">
            <a:extLst>
              <a:ext uri="{FF2B5EF4-FFF2-40B4-BE49-F238E27FC236}">
                <a16:creationId xmlns:a16="http://schemas.microsoft.com/office/drawing/2014/main" id="{248F22B1-D62F-45C7-99CB-525AC5B4E5FF}"/>
              </a:ext>
            </a:extLst>
          </p:cNvPr>
          <p:cNvSpPr/>
          <p:nvPr/>
        </p:nvSpPr>
        <p:spPr>
          <a:xfrm>
            <a:off x="3867167" y="4577070"/>
            <a:ext cx="966864" cy="34469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D7558550-25DE-4D3E-A684-AC8CBD870830}"/>
              </a:ext>
            </a:extLst>
          </p:cNvPr>
          <p:cNvSpPr txBox="1"/>
          <p:nvPr/>
        </p:nvSpPr>
        <p:spPr>
          <a:xfrm>
            <a:off x="3924855" y="4589744"/>
            <a:ext cx="915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运行状态</a:t>
            </a:r>
          </a:p>
        </p:txBody>
      </p: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5F023BE9-1800-477D-91E7-2949179AB26B}"/>
              </a:ext>
            </a:extLst>
          </p:cNvPr>
          <p:cNvCxnSpPr>
            <a:stCxn id="4" idx="2"/>
          </p:cNvCxnSpPr>
          <p:nvPr/>
        </p:nvCxnSpPr>
        <p:spPr>
          <a:xfrm>
            <a:off x="2483829" y="3773341"/>
            <a:ext cx="0" cy="351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菱形 169">
            <a:extLst>
              <a:ext uri="{FF2B5EF4-FFF2-40B4-BE49-F238E27FC236}">
                <a16:creationId xmlns:a16="http://schemas.microsoft.com/office/drawing/2014/main" id="{D84D8BDC-1224-47C4-B393-E29B734FF820}"/>
              </a:ext>
            </a:extLst>
          </p:cNvPr>
          <p:cNvSpPr/>
          <p:nvPr/>
        </p:nvSpPr>
        <p:spPr>
          <a:xfrm>
            <a:off x="2067880" y="4139911"/>
            <a:ext cx="831898" cy="522209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91FD0BA2-C10F-40DC-AF12-F5D08400450D}"/>
              </a:ext>
            </a:extLst>
          </p:cNvPr>
          <p:cNvCxnSpPr>
            <a:cxnSpLocks/>
            <a:stCxn id="170" idx="2"/>
          </p:cNvCxnSpPr>
          <p:nvPr/>
        </p:nvCxnSpPr>
        <p:spPr>
          <a:xfrm>
            <a:off x="2483829" y="4662120"/>
            <a:ext cx="0" cy="4963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文本框 175">
            <a:extLst>
              <a:ext uri="{FF2B5EF4-FFF2-40B4-BE49-F238E27FC236}">
                <a16:creationId xmlns:a16="http://schemas.microsoft.com/office/drawing/2014/main" id="{3DE0D2DE-437E-45CD-B0F3-55AB04773C72}"/>
              </a:ext>
            </a:extLst>
          </p:cNvPr>
          <p:cNvSpPr txBox="1"/>
          <p:nvPr/>
        </p:nvSpPr>
        <p:spPr>
          <a:xfrm>
            <a:off x="2154807" y="4197063"/>
            <a:ext cx="1119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监测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0646A5C4-5645-47E4-9DB5-FF27E87D0D35}"/>
              </a:ext>
            </a:extLst>
          </p:cNvPr>
          <p:cNvSpPr txBox="1"/>
          <p:nvPr/>
        </p:nvSpPr>
        <p:spPr>
          <a:xfrm>
            <a:off x="2595552" y="3785929"/>
            <a:ext cx="38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C5298DA-DB65-46C8-901E-169D1EB4A108}"/>
              </a:ext>
            </a:extLst>
          </p:cNvPr>
          <p:cNvSpPr txBox="1"/>
          <p:nvPr/>
        </p:nvSpPr>
        <p:spPr>
          <a:xfrm>
            <a:off x="4343158" y="3260884"/>
            <a:ext cx="383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E4382885-AFE2-494E-9086-AE1426245465}"/>
              </a:ext>
            </a:extLst>
          </p:cNvPr>
          <p:cNvSpPr txBox="1"/>
          <p:nvPr/>
        </p:nvSpPr>
        <p:spPr>
          <a:xfrm>
            <a:off x="5888058" y="3194561"/>
            <a:ext cx="486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14E8A1C0-6BDE-43CA-ADEB-92080AE33921}"/>
              </a:ext>
            </a:extLst>
          </p:cNvPr>
          <p:cNvSpPr txBox="1"/>
          <p:nvPr/>
        </p:nvSpPr>
        <p:spPr>
          <a:xfrm>
            <a:off x="2624601" y="4705671"/>
            <a:ext cx="486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endParaRPr lang="zh-CN" altLang="en-US" dirty="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6912829D-E6F7-4C17-88DE-D328AB574461}"/>
              </a:ext>
            </a:extLst>
          </p:cNvPr>
          <p:cNvCxnSpPr/>
          <p:nvPr/>
        </p:nvCxnSpPr>
        <p:spPr>
          <a:xfrm flipH="1">
            <a:off x="1402987" y="3772958"/>
            <a:ext cx="706593" cy="4449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A8EC4E26-6179-4C64-8D9B-8524E8F3EC62}"/>
              </a:ext>
            </a:extLst>
          </p:cNvPr>
          <p:cNvSpPr/>
          <p:nvPr/>
        </p:nvSpPr>
        <p:spPr>
          <a:xfrm>
            <a:off x="665462" y="4157650"/>
            <a:ext cx="881278" cy="41077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1A63A89-5B7F-4CB4-8236-AA66CE497448}"/>
              </a:ext>
            </a:extLst>
          </p:cNvPr>
          <p:cNvSpPr txBox="1"/>
          <p:nvPr/>
        </p:nvSpPr>
        <p:spPr>
          <a:xfrm>
            <a:off x="703442" y="4193672"/>
            <a:ext cx="102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设备编号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EE34E23-CD4C-43CC-8F7B-CEB4CC315E3A}"/>
              </a:ext>
            </a:extLst>
          </p:cNvPr>
          <p:cNvCxnSpPr/>
          <p:nvPr/>
        </p:nvCxnSpPr>
        <p:spPr>
          <a:xfrm flipH="1">
            <a:off x="5727357" y="3772958"/>
            <a:ext cx="2392240" cy="4346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3255F85E-005C-4F7D-9EA6-39DDCEE36BED}"/>
              </a:ext>
            </a:extLst>
          </p:cNvPr>
          <p:cNvSpPr/>
          <p:nvPr/>
        </p:nvSpPr>
        <p:spPr>
          <a:xfrm>
            <a:off x="5236295" y="4204592"/>
            <a:ext cx="798006" cy="342043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F13D32-0306-4A39-BE43-E816200E718B}"/>
              </a:ext>
            </a:extLst>
          </p:cNvPr>
          <p:cNvSpPr txBox="1"/>
          <p:nvPr/>
        </p:nvSpPr>
        <p:spPr>
          <a:xfrm>
            <a:off x="5234399" y="4215650"/>
            <a:ext cx="10840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设备编号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618C083-AED0-4D1B-A970-07F211739571}"/>
              </a:ext>
            </a:extLst>
          </p:cNvPr>
          <p:cNvCxnSpPr/>
          <p:nvPr/>
        </p:nvCxnSpPr>
        <p:spPr>
          <a:xfrm flipV="1">
            <a:off x="9094573" y="2759688"/>
            <a:ext cx="759941" cy="4912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C07751FB-17C7-4DCE-BD5A-43428B93195B}"/>
              </a:ext>
            </a:extLst>
          </p:cNvPr>
          <p:cNvSpPr/>
          <p:nvPr/>
        </p:nvSpPr>
        <p:spPr>
          <a:xfrm>
            <a:off x="9587449" y="2541853"/>
            <a:ext cx="936072" cy="2530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7D40952-D59E-4FA5-A7D7-8DD0F138EF0A}"/>
              </a:ext>
            </a:extLst>
          </p:cNvPr>
          <p:cNvSpPr txBox="1"/>
          <p:nvPr/>
        </p:nvSpPr>
        <p:spPr>
          <a:xfrm>
            <a:off x="9479032" y="2512122"/>
            <a:ext cx="1344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电压异常标记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6C3B95B-1103-49A7-836A-4BB3A75B3265}"/>
              </a:ext>
            </a:extLst>
          </p:cNvPr>
          <p:cNvCxnSpPr/>
          <p:nvPr/>
        </p:nvCxnSpPr>
        <p:spPr>
          <a:xfrm flipV="1">
            <a:off x="7100350" y="3320096"/>
            <a:ext cx="1019247" cy="118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302FF9F7-F0D7-4577-9DCC-2FEF3ABDFFD2}"/>
              </a:ext>
            </a:extLst>
          </p:cNvPr>
          <p:cNvSpPr/>
          <p:nvPr/>
        </p:nvSpPr>
        <p:spPr>
          <a:xfrm>
            <a:off x="6206619" y="3298965"/>
            <a:ext cx="1054997" cy="27251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E55C359-FD58-4DAE-9C61-794C9ECC628B}"/>
              </a:ext>
            </a:extLst>
          </p:cNvPr>
          <p:cNvSpPr txBox="1"/>
          <p:nvPr/>
        </p:nvSpPr>
        <p:spPr>
          <a:xfrm>
            <a:off x="6134228" y="3291058"/>
            <a:ext cx="1435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温度异常标记</a:t>
            </a:r>
          </a:p>
        </p:txBody>
      </p:sp>
    </p:spTree>
    <p:extLst>
      <p:ext uri="{BB962C8B-B14F-4D97-AF65-F5344CB8AC3E}">
        <p14:creationId xmlns:p14="http://schemas.microsoft.com/office/powerpoint/2010/main" val="152655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93</Words>
  <Application>Microsoft Office PowerPoint</Application>
  <PresentationFormat>宽屏</PresentationFormat>
  <Paragraphs>46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禹昊 赵</dc:creator>
  <cp:lastModifiedBy>禹昊 赵</cp:lastModifiedBy>
  <cp:revision>7</cp:revision>
  <dcterms:created xsi:type="dcterms:W3CDTF">2025-12-15T06:47:38Z</dcterms:created>
  <dcterms:modified xsi:type="dcterms:W3CDTF">2025-12-17T07:20:46Z</dcterms:modified>
</cp:coreProperties>
</file>